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Secure Documentation Rehab Scribe Pro</a:t>
            </a:r>
          </a:p>
          <a:p>
            <a:pPr>
              <a:defRPr sz="1700" b="1">
                <a:solidFill>
                  <a:srgbClr val="7D2B62"/>
                </a:solidFill>
              </a:defRPr>
            </a:pPr>
            <a:r>
              <a:t>Y2K Pink Capstone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0789919" cy="3611879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Syniah Foye - Biomedical Engineering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Mission: reduce rehab documentation burden with secure, human-in-the-loop AI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Problem &amp; Clinical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SCI rehab patients have long inpatient stays with daily OT/PT/RT/nursing documentation demands.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Clinicians spend substantial time charting after sessions.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Documentation continuity impacts safety, billing, and multidisciplinary communication.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Goal: speed up documentation while preserving clinician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Background: Scribes and AI Scribes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Traditional scribes improve throughput but are costly and difficult to scale.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Generic AI scribes draft quickly but are often not rehab-specific.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Rehab Scribe Pro adds structured rehab mapping, confidence alerts, and required sign-off.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Core safety model: AI drafts; clinicians decide.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Cursor Setup &amp; Build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Prompt-driven development built backend encounter APIs and frontend review tools.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Implementation flow: encounter workflow -&gt; transcript extraction -&gt; assessment mapping.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Added confidence review navigation and manual assessment editing.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Iterative testing with build/lint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System Design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Frontend: encounter controls, transcript input, assessment sections, KPI dashboard.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Backend: role + MFA checks, consent-first workflow, draft generation, sign-off/export gating.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API chain: /start -&gt; /consent -&gt; /transcribe -&gt; /draft -&gt; /signoff -&gt; /export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Design Constraints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HIPAA privacy and security safeguards for PHI.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No autonomous final documentation without human review.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Auditability and role-based access controls.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Low-confidence outputs must be visible and reviewable.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Design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1A3B"/>
                </a:solidFill>
              </a:defRPr>
            </a:pPr>
            <a:r>
              <a:t>Healthcare dashboard UI with Y2K pink presentation theme.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Confidence alerts cycle through uncertain fields.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Auto-open section, scroll/focus, and highlight reviewed fields.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Manual edit mode enables clinical correction before sign-off.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Demo URL: http://localhost:5173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Discussion of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Prototype reduces charting friction while keeping clinician ownership.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Confidence-guided review helps focus attention on uncertain extracted details.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Manual edits improve practical adoption in real workflows.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MVP still needs enterprise hosting, identity integration, and clinical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Next Step 1: Build into a Real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Production hosting (cloud or on-prem) and enterprise reliability.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SSO integration (SAML/OIDC), encrypted storage, and key management.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FHIR/EHR interoperability for deployment in clinical systems.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Role-specific workflows and analytics dashboards for adoption.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Next Step 2: Integrate in a Real VA Rehab Clinic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1A3B"/>
                </a:solidFill>
              </a:defRPr>
            </a:pPr>
            <a:r>
              <a:t>1) Stakeholder alignment with rehab chiefs, nursing, OT/PT champions.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2) Governance reviews: privacy, security, legal, AI oversight.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3) Sandbox validation for identity, audit logs, and data flow.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4) Controlled pilot with human-in-the-loop only.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5) Evaluate outcomes and scale by service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Who and What Approvals Are Needed (VA)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4A1A3B"/>
                </a:solidFill>
              </a:defRPr>
            </a:pPr>
            <a:r>
              <a:t>Teams: Clinical sponsor, Privacy Officer, VA security/OIT, informatics, legal, procurement.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Compliance tracks: HIPAA, HITECH, 42 CFR Part 2 (if applicable), BAA/DUA, RMF/ATO path.</a:t>
            </a:r>
          </a:p>
          <a:p>
            <a:pPr>
              <a:defRPr sz="2300">
                <a:solidFill>
                  <a:srgbClr val="4A1A3B"/>
                </a:solidFill>
              </a:defRPr>
            </a:pPr>
            <a:r>
              <a:t>Operational approvals: quality/safety committee and executive sign-off.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12-Month Integration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1A3B"/>
                </a:solidFill>
              </a:defRPr>
            </a:pPr>
            <a:r>
              <a:t>Months 1-2: Sponsorship and use-case scope.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Months 3-4: Security/privacy architecture.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Months 5-6: Sandbox integration and governance submissions.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Months 7-8: Controlled pilot.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Months 9-10: Outcome evaluation and remediation.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Months 11-12: Scale-up decision and expansion.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7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C90088"/>
                </a:solidFill>
              </a:rPr>
              <a:t>References &amp; Closing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0789919" cy="4617720"/>
          </a:xfrm>
          <a:prstGeom prst="roundRect">
            <a:avLst/>
          </a:prstGeom>
          <a:solidFill>
            <a:srgbClr val="FFF5FC"/>
          </a:solidFill>
          <a:ln>
            <a:solidFill>
              <a:srgbClr val="FFB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1A3B"/>
                </a:solidFill>
              </a:defRPr>
            </a:pPr>
            <a:r>
              <a:t>Reddy et al. (JAMIA) - governance model for healthcare AI.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U.S. HHS OCR - HIPAA Security Rule guidance.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Rajkomar et al. (NEJM) - Machine Learning in Medicine.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AHIMA - clinical documentation integrity resources.</a:t>
            </a:r>
          </a:p>
          <a:p>
            <a:pPr>
              <a:defRPr sz="2000">
                <a:solidFill>
                  <a:srgbClr val="4A1A3B"/>
                </a:solidFill>
              </a:defRPr>
            </a:pPr>
            <a:r>
              <a:t>Closing: AI should support rehab clinicians, not replace clinical judgment.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